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83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hyperlink" Target="https://www.youtube.com/watch?v=qEgKrmR7KV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hyperlink" Target="https://github.com/zhenjie05/ReRoute" TargetMode="External"/><Relationship Id="rId4" Type="http://schemas.openxmlformats.org/officeDocument/2006/relationships/image" Target="../media/image22.png"/><Relationship Id="rId9" Type="http://schemas.openxmlformats.org/officeDocument/2006/relationships/hyperlink" Target="https://reroute2026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051560" cy="1051560"/>
          </a:xfrm>
          <a:prstGeom prst="ellipse">
            <a:avLst/>
          </a:prstGeom>
          <a:solidFill>
            <a:srgbClr val="0E6F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83" y="822503"/>
            <a:ext cx="778154" cy="7781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ReRoute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 room that plans with you, travels with you, and never leaves you stranded.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401568"/>
            <a:ext cx="2743200" cy="0"/>
          </a:xfrm>
          <a:prstGeom prst="line">
            <a:avLst/>
          </a:prstGeom>
          <a:noFill/>
          <a:ln w="25400">
            <a:solidFill>
              <a:srgbClr val="FF6B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CodeNection 2026  ·  Lifestyle Track: Planning an Escape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Avengers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travel planning is scattered, uncoordinated, and can't adapt when things change.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" cy="530352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6" y="1760586"/>
            <a:ext cx="392460" cy="392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apps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9385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budgeting, and itineraries live in separate apps.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30352" cy="530352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86" y="2656698"/>
            <a:ext cx="392460" cy="392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space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34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can't sync preferences, budget, or schedule together.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83864"/>
            <a:ext cx="530352" cy="530352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86" y="3552810"/>
            <a:ext cx="392460" cy="392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adaptability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730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plans break mid-trip, there's no fallback.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89320" y="169164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4F7F6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199632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it most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2258568"/>
            <a:ext cx="73152" cy="7315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373368" y="212140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organizer — carries the coordination load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17920" y="2990088"/>
            <a:ext cx="73152" cy="7315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373368" y="285292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member — hit hardest by cost disputes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17920" y="3721608"/>
            <a:ext cx="73152" cy="73152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373368" y="358444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member — frustrated by rigid plans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6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A2A2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502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trip gets a dedicated Trip Room — one shared space that plans the trip with AI, mediates group decisions, adapts in real time when plans break, splits the bill, and remembers the trip once it's over.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822960" cy="438912"/>
          </a:xfrm>
          <a:prstGeom prst="roundRect">
            <a:avLst>
              <a:gd name="adj" fmla="val 50000"/>
            </a:avLst>
          </a:prstGeom>
          <a:solidFill>
            <a:srgbClr val="0A2A2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6060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554480" y="2606040"/>
            <a:ext cx="1097280" cy="438912"/>
          </a:xfrm>
          <a:prstGeom prst="roundRect">
            <a:avLst>
              <a:gd name="adj" fmla="val 50000"/>
            </a:avLst>
          </a:prstGeom>
          <a:solidFill>
            <a:srgbClr val="0A2A2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54480" y="26060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834640" y="2606040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0A2A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834640" y="2606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931920" y="2606040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0A2A2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93192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costs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577840" y="260604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0A2A2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577840" y="2606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0A2A2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33832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mechanism, two triggers: the same decision-card system resolves both group disagreements and mid-trip disruptions.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Highlights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170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1227491"/>
            <a:ext cx="324795" cy="3247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6824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 + Landmarks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ETAs, instant reroute, tap-to-explore landmarks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42032" y="1024128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9" name="Shape 6"/>
          <p:cNvSpPr/>
          <p:nvPr/>
        </p:nvSpPr>
        <p:spPr>
          <a:xfrm>
            <a:off x="2706624" y="1170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683" y="1227491"/>
            <a:ext cx="324795" cy="3247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79192" y="16824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679192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conflict, disaster, or unrest risk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35424" y="1024128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14" name="Shape 10"/>
          <p:cNvSpPr/>
          <p:nvPr/>
        </p:nvSpPr>
        <p:spPr>
          <a:xfrm>
            <a:off x="4700016" y="1170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75" y="1227491"/>
            <a:ext cx="324795" cy="3247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72584" y="16824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Room Mediation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72584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voting resolves group disagreements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528816" y="1024128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19" name="Shape 14"/>
          <p:cNvSpPr/>
          <p:nvPr/>
        </p:nvSpPr>
        <p:spPr>
          <a:xfrm>
            <a:off x="6693408" y="117043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0467" y="1227491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16824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Splitwise-style Budget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103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%, shares, or exact + AI receipt scan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48640" y="288036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24" name="Shape 18"/>
          <p:cNvSpPr/>
          <p:nvPr/>
        </p:nvSpPr>
        <p:spPr>
          <a:xfrm>
            <a:off x="713232" y="30266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291" y="3083723"/>
            <a:ext cx="324795" cy="32479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85800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Itineraries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from aggregate traveler data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2542032" y="288036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29" name="Shape 22"/>
          <p:cNvSpPr/>
          <p:nvPr/>
        </p:nvSpPr>
        <p:spPr>
          <a:xfrm>
            <a:off x="2706624" y="30266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3683" y="3083723"/>
            <a:ext cx="324795" cy="3247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79192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2679192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your group + dials local emergency number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535424" y="288036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34" name="Shape 26"/>
          <p:cNvSpPr/>
          <p:nvPr/>
        </p:nvSpPr>
        <p:spPr>
          <a:xfrm>
            <a:off x="4700016" y="30266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7075" y="3083723"/>
            <a:ext cx="324795" cy="3247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672584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+ Translator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4672584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Mini-lessons and a live translator per destination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528816" y="2880360"/>
            <a:ext cx="1828800" cy="1691640"/>
          </a:xfrm>
          <a:prstGeom prst="roundRect">
            <a:avLst>
              <a:gd name="adj" fmla="val 5405"/>
            </a:avLst>
          </a:prstGeom>
          <a:solidFill>
            <a:srgbClr val="F4F7F6"/>
          </a:solidFill>
          <a:ln/>
        </p:spPr>
      </p:sp>
      <p:sp>
        <p:nvSpPr>
          <p:cNvPr id="39" name="Shape 30"/>
          <p:cNvSpPr/>
          <p:nvPr/>
        </p:nvSpPr>
        <p:spPr>
          <a:xfrm>
            <a:off x="6693408" y="302666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0467" y="3083723"/>
            <a:ext cx="324795" cy="32479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665976" y="3538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&amp; Badges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6665976" y="39593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Auto-organized photos and travel history badges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94360" cy="594360"/>
          </a:xfrm>
          <a:prstGeom prst="ellipse">
            <a:avLst/>
          </a:prstGeom>
          <a:solidFill>
            <a:srgbClr val="F4F7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7" y="488747"/>
            <a:ext cx="439826" cy="4398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572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0E6F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23444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decision-card mechanism, two triggers.  </a:t>
            </a:r>
            <a:r>
              <a:rPr lang="en-US" sz="135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travel apps treat group conflict and mid-trip disruption as separate problems. ReRoute resolves both the same way — whichever fires, the group sees options and votes together.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6060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Photo-first landmarks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26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lead; the AI 3D model is a secondary extra — based on direct mentor feedback.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584448"/>
            <a:ext cx="109728" cy="10972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34472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Trip-scoped, not social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767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deliberately cut general social features (public feed, DMs) that didn't serve real trip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13716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Splitwise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Itinerary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AI-generated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expense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+ receipt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Disruption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decision mediation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Anonymous voting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429000"/>
            <a:ext cx="7863840" cy="1051560"/>
          </a:xfrm>
          <a:prstGeom prst="roundRect">
            <a:avLst>
              <a:gd name="adj" fmla="val 8696"/>
            </a:avLst>
          </a:prstGeom>
          <a:solidFill>
            <a:srgbClr val="F4F7F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342900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TripIt organizes itineraries but stops there. Splitwise only handles money. ReRoute is the only one built around the whole trip,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Ideation &amp; Process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E6F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23444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1 Sept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27048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ideas explored individually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331720" y="1577340"/>
            <a:ext cx="164592" cy="0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96312" y="11430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E6F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06040" y="123444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3 Sept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527048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into one Trip Room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79392" y="1577340"/>
            <a:ext cx="164592" cy="0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43984" y="11430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E6F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123444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4 Sept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1527048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after mentor feedback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7064" y="1577340"/>
            <a:ext cx="164592" cy="0"/>
          </a:xfrm>
          <a:prstGeom prst="line">
            <a:avLst/>
          </a:prstGeom>
          <a:noFill/>
          <a:ln w="15875">
            <a:solidFill>
              <a:srgbClr val="BBBBB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91656" y="114300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4F7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123444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12 Sept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1527048"/>
            <a:ext cx="1563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cancelled — proceeded as-is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F4F7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24871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Session #1 (4 Sept) feedback applied: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2889504"/>
            <a:ext cx="64008" cy="6400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277977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Community &amp; Friends chat — the trip room's group chat already covers this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3218688"/>
            <a:ext cx="64008" cy="6400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310896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live translator feature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3547872"/>
            <a:ext cx="64008" cy="64008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34381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landmark model repositioned as secondary; real photo is now primary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brainstorm: You proposed the Trip Room; Gan added safety checks + Splitwise-style budgeting; Jiabao proposed the AI 3D landmark models.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Stitch + Figma, then translated into working React Native (Expo) code to give the Building Phase a head start.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7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67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AI trip chatbox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7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2667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Room — Discussion &amp; voting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7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267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Room — Budget &amp; receipt scan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7F6"/>
          </a:solidFill>
          <a:ln w="12700">
            <a:solidFill>
              <a:srgbClr val="DDE5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4267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Room — Map &amp; SOS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2A8FAC-9AF8-4901-BC77-DB837AE90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25" y="1530231"/>
            <a:ext cx="2445783" cy="11520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CBAA10C-140A-40F1-BA43-3D3F3755A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477" y="1530231"/>
            <a:ext cx="2448323" cy="11548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EF5B3E-8764-46C7-9DE5-802D376B2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471" y="3116048"/>
            <a:ext cx="2537637" cy="11930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73B1A99-EC45-4941-AD19-AB88921AC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477" y="3123136"/>
            <a:ext cx="2445488" cy="11527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Feasibility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23B32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1261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" y="1321308"/>
            <a:ext cx="338328" cy="3383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105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performance, one codebase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23B32"/>
          </a:solidFill>
          <a:ln/>
        </p:spPr>
      </p:sp>
      <p:sp>
        <p:nvSpPr>
          <p:cNvPr id="9" name="Shape 6"/>
          <p:cNvSpPr/>
          <p:nvPr/>
        </p:nvSpPr>
        <p:spPr>
          <a:xfrm>
            <a:off x="3246120" y="1261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556" y="1321308"/>
            <a:ext cx="338328" cy="3383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18105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PostGIS, Auth, Realtime, Storage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72000" y="109728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23B32"/>
          </a:solidFill>
          <a:ln/>
        </p:spPr>
      </p:sp>
      <p:sp>
        <p:nvSpPr>
          <p:cNvPr id="14" name="Shape 10"/>
          <p:cNvSpPr/>
          <p:nvPr/>
        </p:nvSpPr>
        <p:spPr>
          <a:xfrm>
            <a:off x="5257800" y="1261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236" y="1321308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18105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and places data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583680" y="1097280"/>
            <a:ext cx="1828800" cy="1508760"/>
          </a:xfrm>
          <a:prstGeom prst="roundRect">
            <a:avLst>
              <a:gd name="adj" fmla="val 6061"/>
            </a:avLst>
          </a:prstGeom>
          <a:solidFill>
            <a:srgbClr val="123B32"/>
          </a:solidFill>
          <a:ln/>
        </p:spPr>
      </p:sp>
      <p:sp>
        <p:nvSpPr>
          <p:cNvPr id="19" name="Shape 14"/>
          <p:cNvSpPr/>
          <p:nvPr/>
        </p:nvSpPr>
        <p:spPr>
          <a:xfrm>
            <a:off x="7269480" y="12618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8916" y="1321308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75120" y="18105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667512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FC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AI, safety summaries, receipt OCR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48640" y="2880360"/>
            <a:ext cx="8046720" cy="1600200"/>
          </a:xfrm>
          <a:prstGeom prst="roundRect">
            <a:avLst>
              <a:gd name="adj" fmla="val 5714"/>
            </a:avLst>
          </a:prstGeom>
          <a:solidFill>
            <a:srgbClr val="123B3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22960" y="3035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 &amp; Scope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333756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implementing one end-to-end flow fully rather than all features shallowly: sign up → create a Trip Room → AI-generated itinerary → disruption occurs → group votes via decision card → expense logged via receipt scan → settle up → shared album. Remaining features are scoped in our feature-requirements doc, with clear notes on what's real vs. mocked for the demo.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640080"/>
            <a:ext cx="1097280" cy="1097280"/>
          </a:xfrm>
          <a:prstGeom prst="ellipse">
            <a:avLst/>
          </a:prstGeom>
          <a:solidFill>
            <a:srgbClr val="0E6F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406" y="782726"/>
            <a:ext cx="811987" cy="8119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965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 — The Avengers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783080" y="3383280"/>
            <a:ext cx="457200" cy="457200"/>
          </a:xfrm>
          <a:prstGeom prst="ellipse">
            <a:avLst/>
          </a:prstGeom>
          <a:solidFill>
            <a:srgbClr val="123B3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516" y="3442716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hlinkClick r:id="rId5"/>
              </a:rPr>
              <a:t>Tap Here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4343400" y="3383280"/>
            <a:ext cx="457200" cy="457200"/>
          </a:xfrm>
          <a:prstGeom prst="ellipse">
            <a:avLst/>
          </a:prstGeom>
          <a:solidFill>
            <a:srgbClr val="123B3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836" y="3442716"/>
            <a:ext cx="338328" cy="3383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2900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hlinkClick r:id="rId7"/>
              </a:rPr>
              <a:t>Tap Here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6903720" y="3383280"/>
            <a:ext cx="457200" cy="457200"/>
          </a:xfrm>
          <a:prstGeom prst="ellipse">
            <a:avLst/>
          </a:prstGeom>
          <a:solidFill>
            <a:srgbClr val="123B32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3156" y="3442716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98932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598932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Tap Here</a:t>
            </a:r>
            <a:endParaRPr lang="en-US" sz="1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700</Words>
  <Application>Microsoft Office PowerPoint</Application>
  <PresentationFormat>On-screen Show (16:9)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LEE ZHEN JIE</cp:lastModifiedBy>
  <cp:revision>4</cp:revision>
  <dcterms:created xsi:type="dcterms:W3CDTF">2026-09-13T07:13:30Z</dcterms:created>
  <dcterms:modified xsi:type="dcterms:W3CDTF">2026-09-13T09:55:50Z</dcterms:modified>
</cp:coreProperties>
</file>